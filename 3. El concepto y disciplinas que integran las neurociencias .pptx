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9" r:id="rId2"/>
    <p:sldId id="257" r:id="rId3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852" autoAdjust="0"/>
    <p:restoredTop sz="94606" autoAdjust="0"/>
  </p:normalViewPr>
  <p:slideViewPr>
    <p:cSldViewPr snapToGrid="0">
      <p:cViewPr varScale="1">
        <p:scale>
          <a:sx n="66" d="100"/>
          <a:sy n="66" d="100"/>
        </p:scale>
        <p:origin x="173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6E6DA5-A4CD-460B-99A8-D855D0395D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FE07CD7-F996-4C33-9547-0974F23A9A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F49266B-C4BE-460E-BCE2-364EDDF1F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2D772-FD60-422E-A30D-5809BB9DBA0F}" type="datetimeFigureOut">
              <a:rPr lang="es-MX" smtClean="0"/>
              <a:t>23/09/2022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42D84D4-04F8-4B13-8AA8-AE7011AB3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6B04CB5-D7D7-48E4-9F2F-6134FFD89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A3B39-495F-48AE-A901-6CCBA0395E3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70188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443065-C9FF-439D-9A6B-FE85F7E75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BEE1D93-F948-42CF-AAFC-B1EA474A78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2B6D02B-B907-4394-99BA-B94D83B9D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2D772-FD60-422E-A30D-5809BB9DBA0F}" type="datetimeFigureOut">
              <a:rPr lang="es-MX" smtClean="0"/>
              <a:t>23/09/2022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AD25DED-127D-48F0-AD4D-C91C01481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7DB77B2-CE03-4A3F-B414-F7C52EB56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A3B39-495F-48AE-A901-6CCBA0395E3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45953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0D161B-F741-4D86-AF9B-094155061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3BA7B78-3835-4814-B9B4-A68977EA19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EDB9DB1-54E7-45AB-956D-083E2FACB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2D772-FD60-422E-A30D-5809BB9DBA0F}" type="datetimeFigureOut">
              <a:rPr lang="es-MX" smtClean="0"/>
              <a:t>23/09/2022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F125B9B-1654-4197-9A32-216E99AA9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91960ED-12DA-47F4-8243-1FA07DF00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A3B39-495F-48AE-A901-6CCBA0395E3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50872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765697-95D9-4C81-A41E-657EDBCF8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A389DF8-E6DB-4A70-B503-4B8919CFC6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694294B-C94E-4614-97BF-81A92B6AF7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E6F367B-3BA9-4109-8773-D1E740C8F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2D772-FD60-422E-A30D-5809BB9DBA0F}" type="datetimeFigureOut">
              <a:rPr lang="es-MX" smtClean="0"/>
              <a:t>23/09/2022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B86FC67-679A-4184-8A85-C77C6806F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3EEA038-486D-480C-A7C3-B58983EEE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A3B39-495F-48AE-A901-6CCBA0395E3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029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2D46CB-CF56-4FA3-8F41-17F2964B2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D349F56-5822-43CE-9BF5-A4B3832DA1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24A34CC-370F-48CE-83F8-C9E3134B21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CDECDFB-2BA0-4BDE-8A4E-E16BDBFEA6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F2A6226-5463-4393-B218-2FE1C2D09D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5A8EAC4-9597-470B-A728-375713115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2D772-FD60-422E-A30D-5809BB9DBA0F}" type="datetimeFigureOut">
              <a:rPr lang="es-MX" smtClean="0"/>
              <a:t>23/09/2022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812073E-BD17-4AB5-A8F2-29DC6FF06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4143D03-0E9A-4865-978A-C34AD1C37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A3B39-495F-48AE-A901-6CCBA0395E3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86777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FE11B6-BF95-4EA8-9D39-F50C08AED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D7CFC82-FBDD-4F15-ADCA-5B139CA6E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2D772-FD60-422E-A30D-5809BB9DBA0F}" type="datetimeFigureOut">
              <a:rPr lang="es-MX" smtClean="0"/>
              <a:t>23/09/2022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305A27D-D365-4030-B798-43267999F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82D6057-3F44-4086-AD52-D36F6DA05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A3B39-495F-48AE-A901-6CCBA0395E3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58400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BBD7E3D-33A6-4C6E-A1BE-B111A7AEA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2D772-FD60-422E-A30D-5809BB9DBA0F}" type="datetimeFigureOut">
              <a:rPr lang="es-MX" smtClean="0"/>
              <a:t>23/09/2022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7D7B3C6-A6C9-444D-9686-9B2557210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B81B5A9-40F3-444F-88BA-0C96143DB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A3B39-495F-48AE-A901-6CCBA0395E3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95908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F38281-F54C-424D-8D2D-341E53547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243AA65-E2E0-4DD7-ACF8-70EF9B4E25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C51CEE7-4FD3-4EB4-877B-A9A9531E50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6E4E06C-FC86-425A-9A83-DA08E8C84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2D772-FD60-422E-A30D-5809BB9DBA0F}" type="datetimeFigureOut">
              <a:rPr lang="es-MX" smtClean="0"/>
              <a:t>23/09/2022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1C9CA71-70EE-4DCE-B78C-B3C0EAAF0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FFDBFE8-5188-48D4-835B-AB33D8174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A3B39-495F-48AE-A901-6CCBA0395E3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30403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6AC35E-CB3A-4DAB-909C-DDA863D94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FDA1486-3AB7-49DF-B1F8-2486973352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8DCF184-F552-4EBE-8A38-1419CECDD7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4F7B561-0839-4DD7-AB5E-4000333FB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2D772-FD60-422E-A30D-5809BB9DBA0F}" type="datetimeFigureOut">
              <a:rPr lang="es-MX" smtClean="0"/>
              <a:t>23/09/2022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471F791-1762-458E-91BC-1C0837E15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E1FC448-8A54-4B75-9CF5-4566BDA9F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A3B39-495F-48AE-A901-6CCBA0395E3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46876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F5CC27-A49E-4127-B13E-3560F132F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E084166-519E-47D7-9253-D7705C5CBF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DC73188-DD1F-407B-ABBD-CC44666E4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2D772-FD60-422E-A30D-5809BB9DBA0F}" type="datetimeFigureOut">
              <a:rPr lang="es-MX" smtClean="0"/>
              <a:t>23/09/2022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C783C82-879C-4113-9DF9-C5DBD7EA0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0E8F834-3757-4FD5-A49F-C0DB12ACF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A3B39-495F-48AE-A901-6CCBA0395E3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62755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D725C18-52C5-43AC-B525-4FDC34EC96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A502A23-717C-45E8-953C-1EB4D2B77A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D83A139-91FD-473D-BB13-C56887748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2D772-FD60-422E-A30D-5809BB9DBA0F}" type="datetimeFigureOut">
              <a:rPr lang="es-MX" smtClean="0"/>
              <a:t>23/09/2022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FFCAF29-17FC-4762-B333-5EA89A51A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30AA9B5-D3B5-408D-A37A-8D69F85CB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A3B39-495F-48AE-A901-6CCBA0395E3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87416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2B4A1B2-B713-4E64-AB9B-9FFDF0D4F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D4484F2-9356-451A-8251-780CB6AE19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50FF38F-B8AA-4C0B-9DC4-4607AA331C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D2D772-FD60-422E-A30D-5809BB9DBA0F}" type="datetimeFigureOut">
              <a:rPr lang="es-MX" smtClean="0"/>
              <a:t>23/09/2022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3B9156F-1ACE-4943-9EA5-8D72F9C258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D34116-2559-4D20-9596-B32A030B30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DA3B39-495F-48AE-A901-6CCBA0395E3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59660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DE933D8-16E6-1CCE-1FBE-605716C0CA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3" y="1999615"/>
            <a:ext cx="9144000" cy="2764028"/>
          </a:xfrm>
        </p:spPr>
        <p:txBody>
          <a:bodyPr anchor="ctr">
            <a:normAutofit/>
          </a:bodyPr>
          <a:lstStyle/>
          <a:p>
            <a:r>
              <a:rPr lang="es-ES" sz="6100" dirty="0"/>
              <a:t>El concepto y disciplinas que integran las neurociencias</a:t>
            </a:r>
            <a:br>
              <a:rPr lang="es-MX" sz="6100" dirty="0"/>
            </a:br>
            <a:endParaRPr lang="es-MX" sz="61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41DDFE6-3639-2F0A-13E1-59B38208F5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66912" y="5645150"/>
            <a:ext cx="8258176" cy="631825"/>
          </a:xfrm>
        </p:spPr>
        <p:txBody>
          <a:bodyPr anchor="ctr">
            <a:normAutofit/>
          </a:bodyPr>
          <a:lstStyle/>
          <a:p>
            <a:endParaRPr lang="es-MX" sz="28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8642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E74A5AB-3E4B-479C-8BE6-129FA4FCFE17}"/>
              </a:ext>
            </a:extLst>
          </p:cNvPr>
          <p:cNvSpPr txBox="1"/>
          <p:nvPr/>
        </p:nvSpPr>
        <p:spPr>
          <a:xfrm>
            <a:off x="4940710" y="3167390"/>
            <a:ext cx="2310580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/>
              <a:t>Neurociencias</a:t>
            </a:r>
            <a:r>
              <a:rPr lang="es-MX" dirty="0"/>
              <a:t>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B9806CA-70AF-4305-AB68-6AD10D712ADE}"/>
              </a:ext>
            </a:extLst>
          </p:cNvPr>
          <p:cNvSpPr txBox="1"/>
          <p:nvPr/>
        </p:nvSpPr>
        <p:spPr>
          <a:xfrm>
            <a:off x="7642852" y="1372958"/>
            <a:ext cx="299438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600" dirty="0"/>
              <a:t>Microbiología/ Parasitología 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1CDD553-02F4-407C-9C67-398DBF2B3893}"/>
              </a:ext>
            </a:extLst>
          </p:cNvPr>
          <p:cNvSpPr txBox="1"/>
          <p:nvPr/>
        </p:nvSpPr>
        <p:spPr>
          <a:xfrm>
            <a:off x="5235486" y="2582120"/>
            <a:ext cx="172102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600" dirty="0"/>
              <a:t>Psicología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A6995C5-71C7-4BE8-B990-4569AB55AE2E}"/>
              </a:ext>
            </a:extLst>
          </p:cNvPr>
          <p:cNvSpPr txBox="1"/>
          <p:nvPr/>
        </p:nvSpPr>
        <p:spPr>
          <a:xfrm>
            <a:off x="3081467" y="2836053"/>
            <a:ext cx="172102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600" dirty="0"/>
              <a:t>Lingüística   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9B7FAE4-405B-4581-8856-BF76791E3DBF}"/>
              </a:ext>
            </a:extLst>
          </p:cNvPr>
          <p:cNvSpPr txBox="1"/>
          <p:nvPr/>
        </p:nvSpPr>
        <p:spPr>
          <a:xfrm>
            <a:off x="7527721" y="2836053"/>
            <a:ext cx="1535072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600" dirty="0"/>
              <a:t>Fisiología 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944940B-B76A-4681-99DC-241FF5C12E4D}"/>
              </a:ext>
            </a:extLst>
          </p:cNvPr>
          <p:cNvSpPr txBox="1"/>
          <p:nvPr/>
        </p:nvSpPr>
        <p:spPr>
          <a:xfrm>
            <a:off x="7394952" y="3362245"/>
            <a:ext cx="1602184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600" dirty="0"/>
              <a:t>Farmacología  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701DE63-06EF-4138-BC75-1C31C3949BE5}"/>
              </a:ext>
            </a:extLst>
          </p:cNvPr>
          <p:cNvSpPr txBox="1"/>
          <p:nvPr/>
        </p:nvSpPr>
        <p:spPr>
          <a:xfrm>
            <a:off x="3011648" y="3367281"/>
            <a:ext cx="1772412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600" dirty="0"/>
              <a:t>Endocrinología  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5D9FCFF-287C-46D0-B7CF-35F7C3B72D11}"/>
              </a:ext>
            </a:extLst>
          </p:cNvPr>
          <p:cNvSpPr txBox="1"/>
          <p:nvPr/>
        </p:nvSpPr>
        <p:spPr>
          <a:xfrm>
            <a:off x="5235486" y="3894857"/>
            <a:ext cx="172102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600" dirty="0"/>
              <a:t>Genética 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4C01AA9-FF3A-4BCD-A1AB-7C5A7CE2D001}"/>
              </a:ext>
            </a:extLst>
          </p:cNvPr>
          <p:cNvSpPr txBox="1"/>
          <p:nvPr/>
        </p:nvSpPr>
        <p:spPr>
          <a:xfrm>
            <a:off x="7217329" y="3894857"/>
            <a:ext cx="1845464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600" dirty="0"/>
              <a:t>Anatomía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BA9FC3C-7627-44B0-A99E-E625BF875CC1}"/>
              </a:ext>
            </a:extLst>
          </p:cNvPr>
          <p:cNvSpPr txBox="1"/>
          <p:nvPr/>
        </p:nvSpPr>
        <p:spPr>
          <a:xfrm>
            <a:off x="3800564" y="2308418"/>
            <a:ext cx="1307115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600" dirty="0"/>
              <a:t> Sociología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80D4E86-4B21-4792-A8C1-E18115DE585C}"/>
              </a:ext>
            </a:extLst>
          </p:cNvPr>
          <p:cNvSpPr txBox="1"/>
          <p:nvPr/>
        </p:nvSpPr>
        <p:spPr>
          <a:xfrm>
            <a:off x="7104703" y="2296067"/>
            <a:ext cx="2738892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600" dirty="0"/>
              <a:t>Medicina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3FE8D45-FBE3-479F-BAFA-F4664C5DCEE5}"/>
              </a:ext>
            </a:extLst>
          </p:cNvPr>
          <p:cNvSpPr txBox="1"/>
          <p:nvPr/>
        </p:nvSpPr>
        <p:spPr>
          <a:xfrm>
            <a:off x="5235486" y="2057707"/>
            <a:ext cx="172102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600" dirty="0"/>
              <a:t>Biología 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EC6884CC-2214-4CE4-B367-000257DAC2F7}"/>
              </a:ext>
            </a:extLst>
          </p:cNvPr>
          <p:cNvSpPr txBox="1"/>
          <p:nvPr/>
        </p:nvSpPr>
        <p:spPr>
          <a:xfrm>
            <a:off x="4279042" y="4434854"/>
            <a:ext cx="2097135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600" dirty="0"/>
              <a:t> Embriología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2FE3127C-6444-402E-8FD5-B579CBC407A5}"/>
              </a:ext>
            </a:extLst>
          </p:cNvPr>
          <p:cNvSpPr txBox="1"/>
          <p:nvPr/>
        </p:nvSpPr>
        <p:spPr>
          <a:xfrm>
            <a:off x="6472220" y="4461739"/>
            <a:ext cx="1845464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600" dirty="0"/>
              <a:t> Histología 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7CB65D37-191D-4957-9E16-A43C5A19785F}"/>
              </a:ext>
            </a:extLst>
          </p:cNvPr>
          <p:cNvSpPr txBox="1"/>
          <p:nvPr/>
        </p:nvSpPr>
        <p:spPr>
          <a:xfrm>
            <a:off x="8474149" y="4340569"/>
            <a:ext cx="2092061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600" dirty="0"/>
              <a:t>Neurorrehabilitación 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EA03EFD9-4040-4B3C-A023-0881442358FA}"/>
              </a:ext>
            </a:extLst>
          </p:cNvPr>
          <p:cNvSpPr txBox="1"/>
          <p:nvPr/>
        </p:nvSpPr>
        <p:spPr>
          <a:xfrm>
            <a:off x="2403472" y="2316876"/>
            <a:ext cx="1252875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600" dirty="0"/>
              <a:t> Física 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2A32909C-71F6-4920-B652-2F7FA80F2BED}"/>
              </a:ext>
            </a:extLst>
          </p:cNvPr>
          <p:cNvSpPr txBox="1"/>
          <p:nvPr/>
        </p:nvSpPr>
        <p:spPr>
          <a:xfrm>
            <a:off x="3493275" y="1777757"/>
            <a:ext cx="1469549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600" dirty="0"/>
              <a:t> Matemáticas 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32236268-D80B-4CED-90C6-478DDE4C30B5}"/>
              </a:ext>
            </a:extLst>
          </p:cNvPr>
          <p:cNvSpPr txBox="1"/>
          <p:nvPr/>
        </p:nvSpPr>
        <p:spPr>
          <a:xfrm>
            <a:off x="2862151" y="3843452"/>
            <a:ext cx="136589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600" dirty="0"/>
              <a:t> Pedagogía 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C4D9DA60-1CC1-43F5-9A62-0FC08DA6D1B5}"/>
              </a:ext>
            </a:extLst>
          </p:cNvPr>
          <p:cNvSpPr txBox="1"/>
          <p:nvPr/>
        </p:nvSpPr>
        <p:spPr>
          <a:xfrm>
            <a:off x="5439603" y="1424744"/>
            <a:ext cx="1917366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600" dirty="0"/>
              <a:t>  Virología 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B3434163-8C7B-40C9-BACE-6D9FF232FA64}"/>
              </a:ext>
            </a:extLst>
          </p:cNvPr>
          <p:cNvSpPr txBox="1"/>
          <p:nvPr/>
        </p:nvSpPr>
        <p:spPr>
          <a:xfrm>
            <a:off x="2478340" y="4390065"/>
            <a:ext cx="1632752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600" dirty="0"/>
              <a:t>Neuroeconomía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230E04D0-0AB5-4100-9D38-DC8016483423}"/>
              </a:ext>
            </a:extLst>
          </p:cNvPr>
          <p:cNvSpPr txBox="1"/>
          <p:nvPr/>
        </p:nvSpPr>
        <p:spPr>
          <a:xfrm>
            <a:off x="9140797" y="3371714"/>
            <a:ext cx="2092061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600" dirty="0"/>
              <a:t>  Psiquiatría 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EB9E8A3A-B417-463C-B8D3-02165FA353F8}"/>
              </a:ext>
            </a:extLst>
          </p:cNvPr>
          <p:cNvSpPr txBox="1"/>
          <p:nvPr/>
        </p:nvSpPr>
        <p:spPr>
          <a:xfrm>
            <a:off x="9247692" y="3894857"/>
            <a:ext cx="1483812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600" dirty="0"/>
              <a:t>Neurología   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C3CA2752-5686-439A-8ACE-0A634DED909C}"/>
              </a:ext>
            </a:extLst>
          </p:cNvPr>
          <p:cNvSpPr txBox="1"/>
          <p:nvPr/>
        </p:nvSpPr>
        <p:spPr>
          <a:xfrm>
            <a:off x="9247691" y="2819210"/>
            <a:ext cx="1854977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600" dirty="0" err="1"/>
              <a:t>Biopsicología</a:t>
            </a:r>
            <a:r>
              <a:rPr lang="es-MX" sz="1600" dirty="0"/>
              <a:t>   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C6176490-DA34-4375-9498-CD68E9B1B88D}"/>
              </a:ext>
            </a:extLst>
          </p:cNvPr>
          <p:cNvSpPr txBox="1"/>
          <p:nvPr/>
        </p:nvSpPr>
        <p:spPr>
          <a:xfrm>
            <a:off x="1336629" y="3110155"/>
            <a:ext cx="1632753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600" dirty="0"/>
              <a:t>  Neuroquímica</a:t>
            </a:r>
            <a:endParaRPr lang="es-MX" sz="1600" b="1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2D90F086-2BCA-43D1-9227-80272E604AAB}"/>
              </a:ext>
            </a:extLst>
          </p:cNvPr>
          <p:cNvSpPr txBox="1"/>
          <p:nvPr/>
        </p:nvSpPr>
        <p:spPr>
          <a:xfrm>
            <a:off x="632503" y="2328002"/>
            <a:ext cx="1632753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600" dirty="0"/>
              <a:t>   Estadística  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8588FBE5-8550-41BE-AEBD-7C21FCD403EA}"/>
              </a:ext>
            </a:extLst>
          </p:cNvPr>
          <p:cNvSpPr txBox="1"/>
          <p:nvPr/>
        </p:nvSpPr>
        <p:spPr>
          <a:xfrm>
            <a:off x="1843560" y="1781400"/>
            <a:ext cx="1469549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600" dirty="0"/>
              <a:t> Informática 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8CFCB226-98F1-4C27-930A-2BDC38BF8721}"/>
              </a:ext>
            </a:extLst>
          </p:cNvPr>
          <p:cNvSpPr txBox="1"/>
          <p:nvPr/>
        </p:nvSpPr>
        <p:spPr>
          <a:xfrm>
            <a:off x="2247454" y="1314656"/>
            <a:ext cx="3100269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600" dirty="0"/>
              <a:t>Oncología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DC27DDB2-8E1E-4132-A405-7305F9B97CE3}"/>
              </a:ext>
            </a:extLst>
          </p:cNvPr>
          <p:cNvSpPr txBox="1"/>
          <p:nvPr/>
        </p:nvSpPr>
        <p:spPr>
          <a:xfrm>
            <a:off x="7992527" y="1859878"/>
            <a:ext cx="1772727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600" dirty="0"/>
              <a:t>  Bioquímica 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096D5AC4-87EB-4A90-8BA1-CA31D01E5D2F}"/>
              </a:ext>
            </a:extLst>
          </p:cNvPr>
          <p:cNvSpPr txBox="1"/>
          <p:nvPr/>
        </p:nvSpPr>
        <p:spPr>
          <a:xfrm>
            <a:off x="10027129" y="2304281"/>
            <a:ext cx="172102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600" dirty="0"/>
              <a:t>Bioética   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2DA033F2-62A6-4A17-8297-5276C83D45BA}"/>
              </a:ext>
            </a:extLst>
          </p:cNvPr>
          <p:cNvSpPr txBox="1"/>
          <p:nvPr/>
        </p:nvSpPr>
        <p:spPr>
          <a:xfrm>
            <a:off x="886936" y="4409372"/>
            <a:ext cx="1483812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600" dirty="0"/>
              <a:t>Cirugía   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3A403251-D082-4DD3-81B1-CBE68C35AFEE}"/>
              </a:ext>
            </a:extLst>
          </p:cNvPr>
          <p:cNvSpPr txBox="1"/>
          <p:nvPr/>
        </p:nvSpPr>
        <p:spPr>
          <a:xfrm>
            <a:off x="5576631" y="869903"/>
            <a:ext cx="1744033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600" dirty="0"/>
              <a:t>Nanotecnología  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0B95B1F8-E7BB-4CE6-B1DF-D6BAC48B0A00}"/>
              </a:ext>
            </a:extLst>
          </p:cNvPr>
          <p:cNvSpPr txBox="1"/>
          <p:nvPr/>
        </p:nvSpPr>
        <p:spPr>
          <a:xfrm>
            <a:off x="8850828" y="4925425"/>
            <a:ext cx="1483812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600" dirty="0"/>
              <a:t>Veterinaria   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8081BC90-CF46-4F14-BE7E-A80B3AE5FF99}"/>
              </a:ext>
            </a:extLst>
          </p:cNvPr>
          <p:cNvSpPr txBox="1"/>
          <p:nvPr/>
        </p:nvSpPr>
        <p:spPr>
          <a:xfrm>
            <a:off x="3602733" y="5204790"/>
            <a:ext cx="1632753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600" dirty="0"/>
              <a:t> Epistemología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93E3C4CF-313A-4FF5-9C6B-C546B285C7E5}"/>
              </a:ext>
            </a:extLst>
          </p:cNvPr>
          <p:cNvSpPr txBox="1"/>
          <p:nvPr/>
        </p:nvSpPr>
        <p:spPr>
          <a:xfrm>
            <a:off x="6132171" y="5263979"/>
            <a:ext cx="2007890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600" dirty="0"/>
              <a:t>Metodología  </a:t>
            </a:r>
          </a:p>
        </p:txBody>
      </p:sp>
    </p:spTree>
    <p:extLst>
      <p:ext uri="{BB962C8B-B14F-4D97-AF65-F5344CB8AC3E}">
        <p14:creationId xmlns:p14="http://schemas.microsoft.com/office/powerpoint/2010/main" val="3164429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1" grpId="0" animBg="1"/>
      <p:bldP spid="22" grpId="0" animBg="1"/>
      <p:bldP spid="23" grpId="0" animBg="1"/>
      <p:bldP spid="25" grpId="0" animBg="1"/>
      <p:bldP spid="26" grpId="0" animBg="1"/>
      <p:bldP spid="28" grpId="0" animBg="1"/>
      <p:bldP spid="29" grpId="0" animBg="1"/>
      <p:bldP spid="30" grpId="0" animBg="1"/>
      <p:bldP spid="33" grpId="0" animBg="1"/>
      <p:bldP spid="34" grpId="0" animBg="1"/>
      <p:bldP spid="35" grpId="0" animBg="1"/>
      <p:bldP spid="37" grpId="0" animBg="1"/>
      <p:bldP spid="38" grpId="0" animBg="1"/>
      <p:bldP spid="39" grpId="0" animBg="1"/>
      <p:bldP spid="41" grpId="0" animBg="1"/>
      <p:bldP spid="42" grpId="0" animBg="1"/>
      <p:bldP spid="44" grpId="0" animBg="1"/>
      <p:bldP spid="45" grpId="0" animBg="1"/>
      <p:bldP spid="48" grpId="0" animBg="1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1227</TotalTime>
  <Words>58</Words>
  <Application>Microsoft Office PowerPoint</Application>
  <PresentationFormat>Panorámica</PresentationFormat>
  <Paragraphs>35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de Office</vt:lpstr>
      <vt:lpstr>El concepto y disciplinas que integran las neurociencias 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FERNANDEZ QUEZADA, DAVID</dc:creator>
  <cp:lastModifiedBy>FERNANDEZ QUEZADA, DAVID</cp:lastModifiedBy>
  <cp:revision>15</cp:revision>
  <dcterms:created xsi:type="dcterms:W3CDTF">2022-02-03T00:54:42Z</dcterms:created>
  <dcterms:modified xsi:type="dcterms:W3CDTF">2022-09-23T18:35:19Z</dcterms:modified>
</cp:coreProperties>
</file>